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横＝8月から翌年7月の12か月　縦＝自己負担の積み上がり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破線＝年間上限。ここから先は払わなくてよい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加算の対象になる子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数に入る上の子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上の子から順に数える（左の点＝数える順番）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上の子を数に入れるには経済的負担と確認書が要る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控除の対象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差し引かれる分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破線まで＝保険金などと下限額。ここまでは引かれる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