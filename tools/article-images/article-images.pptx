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aigaku-mushouka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kougaku-ryouyouhi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jidouteat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ryouhi-koujo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jutaku-loan-koujo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shogakukin-henkan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税の壁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社会保険の壁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(1) 所得税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(2)(3) 住民税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破線＝住民税所得割額の20％の天井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授業料＝就学支援金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授業料以外＝奨学給付金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「大学無償化」の中身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無償化されたのは減免だけ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daiga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授業料等減免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給付型奨学金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数字は私立大学の年額（給付型は自宅外）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高額療養費の年間上限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2026年8月から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年単位の上限額が入った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gaku-ryouyouh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実際に払う自己負担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払わずに済む分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横＝8月から翌年7月の12か月　縦＝自己負担の積み上がり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破線＝年間上限。ここから先は払わなくてよい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児童手当の「第3子」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3人いても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第3子とは限らない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idoutea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加算の対象になる子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数に入る上の子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上の子から順に数える（左の点＝数える順番）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上の子を数に入れるには経済的負担と確認書が要る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医療費控除の下限額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10万円とは限らない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引く順番も決まっている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iryouhi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控除の対象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差し引かれる分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縦＝1年間に支払った医療費の積み上がり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破線まで＝保険金などと下限額。ここまでは引かれる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住宅ローン減税の区分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省エネ基準を満たさない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新築は支援対象外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utaku-loan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新築住宅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既存住宅（中古）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横の長さ＝借入限度額　上から省エネ性能の高い区分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黄の破線＝支援対象外（新築のその他住宅）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FFFFF"/>
                </a:solidFill>
                <a:latin typeface="Yu Gothic UI"/>
              </a:rPr>
              <a:t>奨学金の返還が苦しいとき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減額返還も猶予も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返す総額は減らない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shogakukin-henka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返す分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待つ期間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上から 元の返還／減額返還／返還期限猶予／返還免除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白の合計＝返す総額。減るのは免除だけ（黄の破線）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