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jidouteat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ryouhi-koujo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jutaku-loan-koujo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shogakukin-henkan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3274" y="3717645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(1) 所得税から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3274" y="2936179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(2) 住民税の基本分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3274" y="2040351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(3) 住民税の特例分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3274" y="1153281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住民税所得割額の20％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＝ここが天井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破線の上にはみ出した分は控除されず、自己負担として残る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授業料＝就学支援金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授業料以外＝奨学給付金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給付型奨学金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横＝8月から翌年7月の12か月　縦＝自己負担の積み上がり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破線＝年間上限。ここから先は払わなくてよい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児童手当の「第3子」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3人いても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第3子とは限らない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idoutea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加算の対象になる子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数に入る上の子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上の子から順に数える（左の点＝数える順番）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上の子を数に入れるには経済的負担と確認書が要る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医療費控除の下限額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10万円とは限らない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引く順番も決まっている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ryouhi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控除の対象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差し引かれる分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縦＝1年間に支払った医療費の積み上がり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破線まで＝保険金などと下限額。ここまでは引かれる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住宅ローン減税の区分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省エネ基準を満たさない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utaku-loan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新築住宅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既存住宅（中古）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横の長さ＝借入限度額　上から省エネ性能の高い区分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黄の破線＝支援対象外（新築のその他住宅）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FFFFF"/>
                </a:solidFill>
                <a:latin typeface="Yu Gothic UI"/>
              </a:rPr>
              <a:t>奨学金の返還が苦しいとき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減額返還も猶予も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返す総額は減らない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hogakukin-henka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返す分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待つ期間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上から 元の返還／減額返還／返還期限猶予／返還免除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白の合計＝返す総額。減るのは免除だけ（黄の破線）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