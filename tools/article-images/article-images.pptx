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破線＝住民税所得割額の20％の天井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