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FD1AE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7FD1AE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7FD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FD1AE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FD1AE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7FD1AE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7FD1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FD1AE"/>
                </a:solidFill>
                <a:latin typeface="Yu Gothic UI"/>
              </a:rPr>
              <a:t>底＝自己負担2,000円／破線＝住民税所得割額の20％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