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hoiku-mushouka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seimeihoken-hikazei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zoku-nenkin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deco-jougen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0523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〜令和6年分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8047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社会保険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適用拡大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572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健康保険の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被扶養者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3096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配偶者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特別控除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620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令和7年分〜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　白＝税の壁　青＝社会保険の壁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3274" y="3717645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(1) 所得税から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3274" y="2936179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(2) 住民税の基本分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3274" y="2040351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(3) 住民税の特例分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3274" y="1153281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住民税所得割額の20％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＝ここが天井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破線の上にはみ出した分は控除されず、自己負担として残る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1105631"/>
            <a:ext cx="201168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高校でかかる費用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3790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授業料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2409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8EC5E8"/>
                </a:solidFill>
                <a:latin typeface="Yu Gothic UI"/>
              </a:rPr>
              <a:t>授業料以外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3790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高等学校等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就学支援金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2409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高校生等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奨学給付金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矢印の先＝それを受け止める制度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5180" y="1048451"/>
            <a:ext cx="256032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430" y="2201976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4769" y="1868424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給付型奨学金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430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多子世帯は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所得制限なし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4769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収入の基準が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残っている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2562" y="1619869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年間上限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0940" y="3831234"/>
            <a:ext cx="182880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6241" y="1057208"/>
            <a:ext cx="14630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9250" y="4573423"/>
            <a:ext cx="7315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7964" y="4573423"/>
            <a:ext cx="8229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翌年7月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1段＝1か月ぶんの自己負担。破線から先は払わなくてよい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8782" y="137285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1人目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8782" y="251646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2人目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3062" y="3669223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3人目＝加算の対象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点線＝経済的負担と確認書があれば数に入る上の子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左の点＝数える順番（上の子から数える）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26078" y="1886712"/>
            <a:ext cx="16459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控除の対象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になる分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3247" y="2838948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ここまでが引かれる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6078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適用下限額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6078" y="3925377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保険金などで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補てんされた分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8266" y="1352641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長期優良住宅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低炭素住宅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8266" y="2267529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ZEH水準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省エネ住宅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66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省エネ基準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適合住宅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66" y="4097304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その他住宅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横の長さ＝借入限度額（令和8年〜令和12年に入居した場合）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33175" y="1191016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元の返還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3175" y="2048723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減額返還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3175" y="2906430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返還期限猶予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3175" y="3764137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返還免除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「保育の無償化」の中身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無料になるのは利用料だけ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0〜2歳児クラスは原則対象外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hoi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8134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利用料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292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食材料費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0451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通園送迎費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609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行事費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99" y="1843189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3〜5歳児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5499" y="3513461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0〜2歳児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白＝払う分　黄色い破線＝無償化で払わなくなる分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0〜2歳児クラスは住民税非課税世帯だけ利用料が無償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相続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生命保険金の非課税枠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受取人が相続人でないと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1円も使えない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eimeihoken-hikaze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7368" y="1406669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配偶者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7368" y="2289603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7368" y="3777978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6286" y="1838992"/>
            <a:ext cx="192024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非課税枠に入る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6286" y="3796266"/>
            <a:ext cx="19202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枠の外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非課税の適用なし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枠の大きさ＝500万円×法定相続人の数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箱の大小は金額を表していない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年金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Yu Gothic UI"/>
              </a:rPr>
              <a:t>遺族基礎年金が止まる日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子がいない世帯には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はじめから出ない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zoku-nenki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29730" y="1239227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子がいる世帯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9730" y="2601468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子がいない世帯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4659" y="1907734"/>
            <a:ext cx="18288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14172"/>
                </a:solidFill>
                <a:latin typeface="Yu Gothic UI"/>
              </a:rPr>
              <a:t>遺族基礎年金が出る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3540" y="1916878"/>
            <a:ext cx="11887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止まる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1366" y="3279119"/>
            <a:ext cx="182880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はじめから出ない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7755" y="4486531"/>
            <a:ext cx="21945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子が18歳到達年度の末日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横＝時間　白＝出る期間　黄色い破線＝出ない期間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帯の長さは期間の目安で、金額は表していない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資産形成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iDeCoの掛金上限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2026年12月1日から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会社員の差が無くなる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deco-jou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19699" y="1872326"/>
            <a:ext cx="713232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第1号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2626" y="3253800"/>
            <a:ext cx="7132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第2号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企業年金なし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85553" y="333957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第2号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企業年金あり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6678" y="15936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第2号は同じ額に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4842" y="4420942"/>
            <a:ext cx="182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2026年11月30日まで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5238" y="4420942"/>
            <a:ext cx="182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2026年12月1日から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縦＝1か月の掛金上限（円）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第1号＝自営業者等　第2号＝会社員・公務員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