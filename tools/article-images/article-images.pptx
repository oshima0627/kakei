
<file path=[Content_Types].xml><?xml version="1.0" encoding="utf-8"?>
<Types xmlns="http://schemas.openxmlformats.org/package/2006/content-types">
  <Default Extension="svg" ContentType="image/svg+xml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fuyou-no-kabe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furusato-nozei-jogen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koukou-mushouka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brand-mark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>
                <a:solidFill>
                  <a:srgbClr val="FFFFFF"/>
                </a:solidFill>
                <a:latin typeface="Yu Gothic UI"/>
              </a:rPr>
              <a:t>扶養の壁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103・106・130・150・160 は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何の壁なのか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fuyou-no-kab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税の壁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社会保険の壁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単位：万円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ふるさと納税の上限額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決めているのは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総務省の3本の計算式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furusato-nozei-joge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(1) 所得税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(2)(3) 住民税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底＝自己負担2,000円／破線＝住民税所得割額の20％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「高校無償化」の中身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制度名は高等学校等就学支援金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授業料以外は別の給付金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koukou-mushouka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授業料＝就学支援金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授業料以外＝奨学給付金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数字は年額の上限・給付額（円）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103120"/>
            <a:ext cx="5257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Yu Gothic UI"/>
              </a:rPr>
              <a:t>家計の制度ログ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24612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FFFFFF"/>
                </a:solidFill>
                <a:latin typeface="Yu Gothic UI"/>
              </a:rPr>
              <a:t>お金の制度を、公式の原文で確かめて書く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8EC5E8"/>
                </a:solidFill>
                <a:latin typeface="Yu Gothic UI"/>
              </a:rPr>
              <a:t>kakei.nexeed-lab.com</a:t>
            </a:r>
          </a:p>
        </p:txBody>
      </p:sp>
      <p:pic>
        <p:nvPicPr>
          <p:cNvPr id="8" name="Picture 7" descr="brand-mark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