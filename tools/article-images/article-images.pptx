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横＝8月から翌年7月の12か月　縦＝自己負担の積み上がり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破線＝年間上限。ここから先は払わなくてよい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