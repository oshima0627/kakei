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jidouteat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破線＝住民税所得割額の20％の天井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授業料＝就学支援金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授業料以外＝奨学給付金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給付型奨学金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実際に払う自己負担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払わずに済む分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横＝8月から翌年7月の12か月　縦＝自己負担の積み上がり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破線＝年間上限。ここから先は払わなくてよい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児童手当の「第3子」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3人いても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第3子とは限らない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idoutea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加算の対象になる子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数に入る上の子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上の子から順に数える（左の点＝数える順番）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上の子を数に入れるには経済的負担と確認書が要る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