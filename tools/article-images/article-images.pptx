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ryouhi-kouj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jutaku-loan-koujo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shogakukin-henka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90523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〜令和6年分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8047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社会保険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適用拡大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572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健康保険の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被扶養者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3096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配偶者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特別控除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620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令和7年分〜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　白＝税の壁　青＝社会保険の壁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3274" y="3717645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(1) 所得税から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3274" y="2936179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(2) 住民税の基本分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3274" y="2040351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(3) 住民税の特例分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3274" y="1153281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住民税所得割額の20％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＝ここが天井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破線の上にはみ出した分は控除されず、自己負担として残る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0" y="1105631"/>
            <a:ext cx="201168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高校でかかる費用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3790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授業料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2409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8EC5E8"/>
                </a:solidFill>
                <a:latin typeface="Yu Gothic UI"/>
              </a:rPr>
              <a:t>授業料以外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3790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高等学校等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就学支援金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2409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高校生等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奨学給付金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矢印の先＝それを受け止める制度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5180" y="1048451"/>
            <a:ext cx="256032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430" y="2201976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4769" y="1868424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給付型奨学金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1430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多子世帯は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所得制限なし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4769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収入の基準が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残っている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2562" y="1619869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年間上限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0940" y="3831234"/>
            <a:ext cx="182880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6241" y="1057208"/>
            <a:ext cx="146304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9250" y="4573423"/>
            <a:ext cx="7315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8月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7964" y="4573423"/>
            <a:ext cx="8229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翌年7月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1段＝1か月ぶんの自己負担。破線から先は払わなくてよい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8782" y="137285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1人目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8782" y="251646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2人目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3062" y="3669223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3人目＝加算の対象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点線＝経済的負担と確認書があれば数に入る上の子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左の点＝数える順番（上の子から数える）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医療費控除の下限額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10万円とは限らない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引く順番も決まっている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ryouhi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26078" y="1886712"/>
            <a:ext cx="164592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控除の対象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になる分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3247" y="2838948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ここまでが引かれる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6078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適用下限額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6078" y="3925377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保険金などで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補てんされた分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縦＝1年間に支払った医療費の積み上がり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住宅ローン減税の区分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省エネ基準を満たさない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utaku-loan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8266" y="1352641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長期優良住宅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低炭素住宅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8266" y="2267529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ZEH水準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省エネ住宅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66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省エネ基準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適合住宅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66" y="4097304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その他住宅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新築住宅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既存住宅（中古）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横の長さ＝借入限度額（令和8年〜令和12年に入居した場合）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Yu Gothic UI"/>
              </a:rPr>
              <a:t>奨学金の返還が苦しいとき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減額返還も猶予も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返す総額は減らない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hogakukin-henka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33175" y="1191016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元の返還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3175" y="2048723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減額返還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3175" y="2906430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返還期限猶予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3175" y="3764137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返還免除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返す分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待つ期間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白の合計＝返す総額。減るのは免除だけ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