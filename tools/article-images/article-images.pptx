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窓口で払う自己負担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上限を超えて戻る分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破線＝年間上限（万円）。8月から翌年7月まで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